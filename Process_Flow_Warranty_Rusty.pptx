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Warranty Rusty </a:t>
            </a:r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(Export Pass)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inspection sequence from incoming production material to final export delivery.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503920" y="548640"/>
            <a:ext cx="201168" cy="164592"/>
          </a:xfrm>
          <a:prstGeom prst="roundRect">
            <a:avLst>
              <a:gd name="adj" fmla="val 27778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9952" y="502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/ Assembly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0" y="539496"/>
            <a:ext cx="173736" cy="173736"/>
          </a:xfrm>
          <a:prstGeom prst="diamond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5029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(Check)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908" y="1508760"/>
            <a:ext cx="11375136" cy="4846320"/>
          </a:xfrm>
          <a:prstGeom prst="roundRect">
            <a:avLst>
              <a:gd name="adj" fmla="val 1887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" y="1783080"/>
            <a:ext cx="804672" cy="804672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65276" y="2587752"/>
            <a:ext cx="0" cy="201168"/>
          </a:xfrm>
          <a:prstGeom prst="line">
            <a:avLst/>
          </a:prstGeom>
          <a:noFill/>
          <a:ln w="19050">
            <a:solidFill>
              <a:srgbClr val="86EF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" y="2926080"/>
            <a:ext cx="768096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F/G part must have date production identify on surface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513332" y="2139696"/>
            <a:ext cx="109728" cy="91440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8780" y="1783080"/>
            <a:ext cx="804672" cy="804672"/>
          </a:xfrm>
          <a:prstGeom prst="diamond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878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PPIC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71116" y="2587752"/>
            <a:ext cx="0" cy="201168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134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77924" y="2926080"/>
            <a:ext cx="78638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FI/FO</a:t>
            </a:r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pass export</a:t>
            </a:r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standard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519172" y="2139696"/>
            <a:ext cx="109728" cy="91440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74620" y="1783080"/>
            <a:ext cx="804672" cy="804672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462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ASSY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76956" y="2587752"/>
            <a:ext cx="0" cy="201168"/>
          </a:xfrm>
          <a:prstGeom prst="line">
            <a:avLst/>
          </a:prstGeom>
          <a:noFill/>
          <a:ln w="19050">
            <a:solidFill>
              <a:srgbClr val="86E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4718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2908" y="2926080"/>
            <a:ext cx="768096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past disty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525012" y="2139696"/>
            <a:ext cx="109728" cy="91440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80460" y="1783080"/>
            <a:ext cx="804672" cy="804672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046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ASSY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082796" y="2587752"/>
            <a:ext cx="0" cy="201168"/>
          </a:xfrm>
          <a:prstGeom prst="line">
            <a:avLst/>
          </a:prstGeom>
          <a:noFill/>
          <a:ln w="19050">
            <a:solidFill>
              <a:srgbClr val="86E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302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98748" y="2926080"/>
            <a:ext cx="768096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assembly check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30852" y="2139696"/>
            <a:ext cx="109728" cy="91440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6300" y="1783080"/>
            <a:ext cx="804672" cy="804672"/>
          </a:xfrm>
          <a:prstGeom prst="diamond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MAN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88636" y="2587752"/>
            <a:ext cx="0" cy="201168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5886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5444" y="2926080"/>
            <a:ext cx="78638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anti rust</a:t>
            </a:r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spatter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5536692" y="2139696"/>
            <a:ext cx="109728" cy="91440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92140" y="1783080"/>
            <a:ext cx="804672" cy="804672"/>
          </a:xfrm>
          <a:prstGeom prst="diamond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214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CHECK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94476" y="2587752"/>
            <a:ext cx="0" cy="201168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470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01284" y="2926080"/>
            <a:ext cx="78638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 &amp; anti rust</a:t>
            </a:r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Spatter &amp; dimension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6542532" y="2139696"/>
            <a:ext cx="109728" cy="91440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97980" y="1783080"/>
            <a:ext cx="804672" cy="804672"/>
          </a:xfrm>
          <a:prstGeom prst="diamond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9798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100316" y="2587752"/>
            <a:ext cx="0" cy="201168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054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07124" y="2926080"/>
            <a:ext cx="78638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 rust &amp; pallet</a:t>
            </a:r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 verification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7548372" y="2139696"/>
            <a:ext cx="109728" cy="91440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03820" y="1783080"/>
            <a:ext cx="804672" cy="804672"/>
          </a:xfrm>
          <a:prstGeom prst="diamond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0382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IN DPC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106156" y="2587752"/>
            <a:ext cx="0" cy="201168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7638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12964" y="2926080"/>
            <a:ext cx="78638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 rust &amp; pallet std</a:t>
            </a:r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 check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8554212" y="2139696"/>
            <a:ext cx="109728" cy="91440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09660" y="1783080"/>
            <a:ext cx="804672" cy="804672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0966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 F/G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111996" y="2587752"/>
            <a:ext cx="0" cy="201168"/>
          </a:xfrm>
          <a:prstGeom prst="line">
            <a:avLst/>
          </a:prstGeom>
          <a:noFill/>
          <a:ln w="19050">
            <a:solidFill>
              <a:srgbClr val="86EFA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8222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27948" y="2926080"/>
            <a:ext cx="768096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environment control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560052" y="2139696"/>
            <a:ext cx="109728" cy="91440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715500" y="1783080"/>
            <a:ext cx="804672" cy="804672"/>
          </a:xfrm>
          <a:prstGeom prst="diamond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1550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PDI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0117836" y="2587752"/>
            <a:ext cx="0" cy="201168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8806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24644" y="2926080"/>
            <a:ext cx="78638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 rust &amp; FI/FO</a:t>
            </a:r>
            <a:pPr algn="l">
              <a:lnSpc>
                <a:spcPts val="1600"/>
              </a:lnSpc>
            </a:pPr>
            <a:r>
              <a:rPr lang="en-US" sz="7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Pallet &amp; rusty check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10565892" y="2139696"/>
            <a:ext cx="109728" cy="91440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721340" y="1783080"/>
            <a:ext cx="804672" cy="804672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721340" y="17830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1123676" y="2587752"/>
            <a:ext cx="0" cy="201168"/>
          </a:xfrm>
          <a:prstGeom prst="line">
            <a:avLst/>
          </a:prstGeom>
          <a:noFill/>
          <a:ln w="19050">
            <a:solidFill>
              <a:srgbClr val="86EFA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93908" y="2788920"/>
            <a:ext cx="859536" cy="3337560"/>
          </a:xfrm>
          <a:prstGeom prst="roundRect">
            <a:avLst>
              <a:gd name="adj" fmla="val 851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739628" y="2926080"/>
            <a:ext cx="768096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shipping &amp; container loading to customer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2026-09-24T09:22:48Z</dcterms:created>
  <dcterms:modified xsi:type="dcterms:W3CDTF">2026-09-24T09:22:48Z</dcterms:modified>
</cp:coreProperties>
</file>